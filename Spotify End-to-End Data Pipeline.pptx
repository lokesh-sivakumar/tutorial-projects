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62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3E96-3EAE-86EB-F885-6BD643DF7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63D61-CF93-E555-FE66-9AC1915F5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15BD-CA18-0605-08DA-CFB27EF6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8F2D3-EF50-36A5-7878-1B433340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2AFEC-B8FB-D6D2-68A3-A7287272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28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F75A-21F0-6EEC-AC69-CEC2FDDE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DFC9-7243-D813-1FCE-0D7458A08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7C708-3453-01B0-89E8-83FE838B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8ACA-9288-6574-EB8F-789C12BA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266A-68F9-BA27-F565-4B675C56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84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8796-4587-B151-31EF-F642A83F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F7A5-DD0F-56E0-F85B-0EA52284F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F225-FA7E-368B-0B90-E76FF0C5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1B89-C5E4-4B43-2EBF-D9156393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1576-B94B-50C5-9D62-2B720D25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4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253F-8383-815F-0E94-FB2BC780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10A0-3628-8648-0B2E-6B67A8FC5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41FE6-6AF9-4D06-DBC5-BFDB364A3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1BDE-1628-B71A-DF6C-5E8DE21A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7521C-89CE-1D0B-E030-9BEC1E41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F486-BBBF-7D8E-5174-ED507BEF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5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9F01-7C63-E7D3-80B7-2B4D9434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E9EA8-537C-FA17-53D7-A53A600ED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AF9F7-6DCB-BFD0-1CBF-A6BD24959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DE644-ACDC-19B7-0F49-108341B71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B4597-A552-DD47-3A83-49C422F8E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C13CB-AE97-9CE6-3BBC-E17AAC42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60B2D-07A9-9111-4B27-226BBDBA1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C78CD-30D1-9A25-EF81-E6C09D45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7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22C6-6128-4234-C6F9-9FBD17BF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A9327-2D7E-E136-E614-17F01C08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8A611-8988-E10C-88D0-E70F446B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5A314-0BA5-9F04-CB78-A8544F27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E5204-3F0D-25F2-32B4-7E8C2358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AB33D-E091-535A-26C9-A769A553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7413E-5147-5C27-B714-FA4D81B2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1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BECD-E1A8-8F98-2335-9054FAA1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1852-85DE-9DA6-EC9C-39E3547B4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AE467-FAEF-A3DA-E0DF-B05BAF7C5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360A5-522F-41A9-A290-01261E77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B5E23-533E-EDE9-1764-831209DA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3D722-0944-381A-56DE-CB85138F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5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79CA-CD5D-DFCE-DF33-489FC625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5C9EE-8F43-DB84-09C5-D5085585A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A12D5-803E-9FE2-532A-DD2FF21B2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BD6BB-7B1C-2ABB-294B-9B5EF5B7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1302-67ED-78A4-BBEF-F064A21B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0DFBF-E3A9-A381-0E49-9540DF05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6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03B-F2A1-12E0-286E-B65E84C1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1A916-B197-B587-AB05-581CC59A0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39FBC-F1B9-652C-AA43-0271AC16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6E50-ABD4-D470-70BF-5772DC3F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07DC-C0EC-0D95-7195-AA4894A3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22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29054-35AE-CF89-F80C-528F9F1FB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D5C-62F2-D8B1-4BB7-CE99AF604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0610-320B-D10A-6497-8F813D68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C9B5C-5F69-6572-075B-8C93EA26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6FF0-995E-5B45-EC73-1B36D5B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9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E2FA8-6E13-8E09-F1FF-E228F4B3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D84E-8DCC-49CD-688F-9A3AC47D2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CC13-C420-113C-44A5-0E727C48F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12F6-1D6A-03DC-2D6C-4C1A520AF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F36E-E69B-B4CE-D42B-121C64155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9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59D6-6F44-48AB-CA74-97261F58C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04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Spotify End-to-End Data Pipeline</a:t>
            </a:r>
            <a:br>
              <a:rPr lang="en-IN" dirty="0">
                <a:solidFill>
                  <a:srgbClr val="EE0000"/>
                </a:solidFill>
                <a:effectLst/>
              </a:rPr>
            </a:br>
            <a:endParaRPr lang="en-IN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50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8F64-B4D2-2C80-CE58-AC4946C3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Azure Modern Data Stack Project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AB2B-97F3-5452-31A7-FCD95BC13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• Built a fully automated, production-ready pipeline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• From raw Spotify data → actionable insights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• Incremental loads, monitoring &amp; alerts included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32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F6B8-F89B-9131-018C-CDC19C27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High-Level Architecture Medallion Architecture</a:t>
            </a:r>
            <a:r>
              <a:rPr lang="en-US" dirty="0">
                <a:effectLst/>
              </a:rPr>
              <a:t>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(Bronze → Silver → Gold)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A7FBA63-23FD-B1EB-AD19-1579A6B77F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47" y="1961561"/>
            <a:ext cx="10451253" cy="321622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EE02-309B-F39F-02B5-9D699FE96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627077"/>
            <a:ext cx="10515600" cy="54988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• </a:t>
            </a:r>
            <a:r>
              <a:rPr lang="en-IN" dirty="0">
                <a:effectLst/>
              </a:rPr>
              <a:t>GitHub → SQL DB → ADF → ADLS Gen2 → Databricks →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63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E4AD-EB42-E2AD-9652-B0B7A459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Ingestion – Azure Data Factory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4BD5-AC11-2B05-FA90-85E98CC25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5407"/>
            <a:ext cx="4999892" cy="3771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effectLst/>
              </a:rPr>
              <a:t>• Incremental loading using CDC logic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</a:t>
            </a:r>
            <a:r>
              <a:rPr lang="en-IN" dirty="0" err="1">
                <a:effectLst/>
              </a:rPr>
              <a:t>ForEach</a:t>
            </a:r>
            <a:r>
              <a:rPr lang="en-IN" dirty="0">
                <a:effectLst/>
              </a:rPr>
              <a:t> loop + parameters → works for any table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Lookup → Copy → Update watermark → Delete temp files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Scheduled with triggers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807F2F-4DC2-A2DE-BBA4-F651B3968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5228"/>
          <a:stretch/>
        </p:blipFill>
        <p:spPr>
          <a:xfrm>
            <a:off x="6095998" y="1795407"/>
            <a:ext cx="4999892" cy="2762310"/>
          </a:xfrm>
        </p:spPr>
      </p:pic>
    </p:spTree>
    <p:extLst>
      <p:ext uri="{BB962C8B-B14F-4D97-AF65-F5344CB8AC3E}">
        <p14:creationId xmlns:p14="http://schemas.microsoft.com/office/powerpoint/2010/main" val="212113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4ACD-53A6-C103-21CD-1B8C4F8B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Transformation – Databricks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FD14C-600C-03BC-BD0D-F358A77A53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• </a:t>
            </a:r>
            <a:r>
              <a:rPr lang="en-IN" dirty="0" err="1">
                <a:effectLst/>
              </a:rPr>
              <a:t>PySpark</a:t>
            </a:r>
            <a:r>
              <a:rPr lang="en-IN" dirty="0">
                <a:effectLst/>
              </a:rPr>
              <a:t> + </a:t>
            </a:r>
            <a:r>
              <a:rPr lang="en-IN" dirty="0" err="1">
                <a:effectLst/>
              </a:rPr>
              <a:t>AutoLoader</a:t>
            </a:r>
            <a:r>
              <a:rPr lang="en-IN" dirty="0">
                <a:effectLst/>
              </a:rPr>
              <a:t> (streaming)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Reusable Python class for cleaning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Delta Tables for reliability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Examples: uppercase names, deduplication, duration flags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357976-6CED-7E81-0DDD-23085CC53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" t="5470"/>
          <a:stretch/>
        </p:blipFill>
        <p:spPr>
          <a:xfrm>
            <a:off x="6172202" y="1690688"/>
            <a:ext cx="4911974" cy="2684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FDF936-A176-B18C-B4D4-1ECA851AE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5128" b="59553"/>
          <a:stretch/>
        </p:blipFill>
        <p:spPr>
          <a:xfrm>
            <a:off x="6172202" y="4696036"/>
            <a:ext cx="4911973" cy="10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7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5DA4-BB95-5EC5-9C6D-6023F32F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Advanced Features I Added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E264-1835-B5C8-A151-65F889E9B7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• Jinja2 templating → dynamic pipelines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Databricks Asset Bundles → one-click deploy to prod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Delta Live Tables (Gold layer) + SCD Type-2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Monitoring → Logic App email alerts on failure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16C842-41AD-6436-4EFE-BCD6BAE40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t="5470"/>
          <a:stretch/>
        </p:blipFill>
        <p:spPr>
          <a:xfrm>
            <a:off x="6172202" y="1813132"/>
            <a:ext cx="3809998" cy="2094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260302-A5EE-BE7C-C8AC-FDF7991C9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t="5470"/>
          <a:stretch/>
        </p:blipFill>
        <p:spPr>
          <a:xfrm>
            <a:off x="6172202" y="4082601"/>
            <a:ext cx="3809998" cy="20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5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D75D-0B02-0F29-9A3C-0290D8E2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ECFA-30E1-5D5F-63C6-46249DEA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Challenges I Solved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6B624-3E47-934B-4CA8-94F45C911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• Large datasets → </a:t>
            </a:r>
            <a:r>
              <a:rPr lang="en-IN" dirty="0" err="1">
                <a:effectLst/>
              </a:rPr>
              <a:t>PySpark</a:t>
            </a:r>
            <a:r>
              <a:rPr lang="en-IN" dirty="0">
                <a:effectLst/>
              </a:rPr>
              <a:t> &amp; Delta Lake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Duplicates / bad data → deduplication + reusable class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Schema changes → Delta Lake versioning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• Pipeline failures → instant email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91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FD8E-DC7F-2DE3-E75A-2F4B5B9B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9EFB-5DFB-7BF4-5C0E-B318DCFB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What I Gained (Ready for Your Team!)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EC4FC-6E84-FBB2-35BB-9B9BF2BF1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3892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effectLst/>
              </a:rPr>
              <a:t>Hands-on production experience with: </a:t>
            </a:r>
          </a:p>
          <a:p>
            <a:pPr marL="0" indent="0">
              <a:buNone/>
            </a:pPr>
            <a:endParaRPr lang="en-IN" dirty="0">
              <a:effectLst/>
            </a:endParaRP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/>
              </a:rPr>
              <a:t>• Azure Data Factory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/>
              </a:rPr>
              <a:t>• Databricks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/>
              </a:rPr>
              <a:t>• Delta Lake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/>
              </a:rPr>
              <a:t>• ADF CI/CD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/>
              </a:rPr>
              <a:t>• Incremental ETL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	• Monitoring &amp; Alerts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	• Dynamic pipelines</a:t>
            </a:r>
          </a:p>
          <a:p>
            <a:pPr marL="0" indent="0">
              <a:buNone/>
            </a:pPr>
            <a:endParaRPr lang="en-IN" dirty="0">
              <a:effectLst/>
            </a:endParaRPr>
          </a:p>
          <a:p>
            <a:r>
              <a:rPr lang="en-IN" dirty="0">
                <a:effectLst/>
              </a:rPr>
              <a:t>I can build and maintain scalable pipelines from Day 1</a:t>
            </a:r>
          </a:p>
          <a:p>
            <a:r>
              <a:rPr lang="en-IN" dirty="0">
                <a:effectLst/>
              </a:rPr>
              <a:t>Any questions?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3FC7E-96AF-C16F-8857-7AC999DA9B68}"/>
              </a:ext>
            </a:extLst>
          </p:cNvPr>
          <p:cNvSpPr txBox="1"/>
          <p:nvPr/>
        </p:nvSpPr>
        <p:spPr>
          <a:xfrm>
            <a:off x="7362092" y="2228671"/>
            <a:ext cx="3352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effectLst/>
              </a:rPr>
              <a:t>   😊</a:t>
            </a:r>
          </a:p>
          <a:p>
            <a:r>
              <a:rPr lang="en-IN" sz="5400" dirty="0">
                <a:effectLst/>
              </a:rPr>
              <a:t>Thank you!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18528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265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Spotify End-to-End Data Pipeline </vt:lpstr>
      <vt:lpstr>Azure Modern Data Stack Project</vt:lpstr>
      <vt:lpstr>High-Level Architecture Medallion Architecture  (Bronze → Silver → Gold)</vt:lpstr>
      <vt:lpstr>Ingestion – Azure Data Factory</vt:lpstr>
      <vt:lpstr>Transformation – Databricks</vt:lpstr>
      <vt:lpstr>Advanced Features I Added</vt:lpstr>
      <vt:lpstr>Challenges I Solved</vt:lpstr>
      <vt:lpstr>What I Gained (Ready for Your Team!)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sivakumar</dc:creator>
  <cp:lastModifiedBy>lokesh sivakumar</cp:lastModifiedBy>
  <cp:revision>1</cp:revision>
  <dcterms:created xsi:type="dcterms:W3CDTF">2025-12-04T02:56:55Z</dcterms:created>
  <dcterms:modified xsi:type="dcterms:W3CDTF">2025-12-04T03:37:20Z</dcterms:modified>
</cp:coreProperties>
</file>